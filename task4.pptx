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AEED9-84F3-4FFE-BAEA-7ABE9460593B}" v="26" dt="2026-06-26T03:51:03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oorthichelimela@gmail.com" userId="7ec40b3310d9e296" providerId="LiveId" clId="{394410AB-CB2D-445C-8047-6B7D22A63C4D}"/>
    <pc:docChg chg="undo custSel addSld modSld">
      <pc:chgData name="spoorthichelimela@gmail.com" userId="7ec40b3310d9e296" providerId="LiveId" clId="{394410AB-CB2D-445C-8047-6B7D22A63C4D}" dt="2026-06-26T03:55:15.561" v="674" actId="27636"/>
      <pc:docMkLst>
        <pc:docMk/>
      </pc:docMkLst>
      <pc:sldChg chg="modSp mod">
        <pc:chgData name="spoorthichelimela@gmail.com" userId="7ec40b3310d9e296" providerId="LiveId" clId="{394410AB-CB2D-445C-8047-6B7D22A63C4D}" dt="2026-06-26T03:52:03.830" v="672" actId="255"/>
        <pc:sldMkLst>
          <pc:docMk/>
          <pc:sldMk cId="1379071663" sldId="256"/>
        </pc:sldMkLst>
        <pc:spChg chg="mod">
          <ac:chgData name="spoorthichelimela@gmail.com" userId="7ec40b3310d9e296" providerId="LiveId" clId="{394410AB-CB2D-445C-8047-6B7D22A63C4D}" dt="2026-06-26T03:52:03.830" v="672" actId="255"/>
          <ac:spMkLst>
            <pc:docMk/>
            <pc:sldMk cId="1379071663" sldId="256"/>
            <ac:spMk id="2" creationId="{35B5CE8D-64BD-E250-68CC-53D52B19FF04}"/>
          </ac:spMkLst>
        </pc:spChg>
        <pc:spChg chg="mod">
          <ac:chgData name="spoorthichelimela@gmail.com" userId="7ec40b3310d9e296" providerId="LiveId" clId="{394410AB-CB2D-445C-8047-6B7D22A63C4D}" dt="2026-06-26T03:51:49.519" v="671" actId="255"/>
          <ac:spMkLst>
            <pc:docMk/>
            <pc:sldMk cId="1379071663" sldId="256"/>
            <ac:spMk id="3" creationId="{61FC05B7-95B5-3627-237A-7ADD4273A647}"/>
          </ac:spMkLst>
        </pc:spChg>
      </pc:sldChg>
      <pc:sldChg chg="modSp new mod">
        <pc:chgData name="spoorthichelimela@gmail.com" userId="7ec40b3310d9e296" providerId="LiveId" clId="{394410AB-CB2D-445C-8047-6B7D22A63C4D}" dt="2026-06-26T03:32:53.738" v="458" actId="14100"/>
        <pc:sldMkLst>
          <pc:docMk/>
          <pc:sldMk cId="2497463215" sldId="257"/>
        </pc:sldMkLst>
        <pc:spChg chg="mod">
          <ac:chgData name="spoorthichelimela@gmail.com" userId="7ec40b3310d9e296" providerId="LiveId" clId="{394410AB-CB2D-445C-8047-6B7D22A63C4D}" dt="2026-06-25T14:15:36.876" v="64" actId="14100"/>
          <ac:spMkLst>
            <pc:docMk/>
            <pc:sldMk cId="2497463215" sldId="257"/>
            <ac:spMk id="2" creationId="{88053C9B-3CE4-830E-2EB7-39318393326B}"/>
          </ac:spMkLst>
        </pc:spChg>
        <pc:spChg chg="mod">
          <ac:chgData name="spoorthichelimela@gmail.com" userId="7ec40b3310d9e296" providerId="LiveId" clId="{394410AB-CB2D-445C-8047-6B7D22A63C4D}" dt="2026-06-26T03:32:53.738" v="458" actId="14100"/>
          <ac:spMkLst>
            <pc:docMk/>
            <pc:sldMk cId="2497463215" sldId="257"/>
            <ac:spMk id="3" creationId="{DCA14437-3493-8ACF-FE00-FCC8C0E99FD0}"/>
          </ac:spMkLst>
        </pc:spChg>
      </pc:sldChg>
      <pc:sldChg chg="addSp delSp modSp new mod">
        <pc:chgData name="spoorthichelimela@gmail.com" userId="7ec40b3310d9e296" providerId="LiveId" clId="{394410AB-CB2D-445C-8047-6B7D22A63C4D}" dt="2026-06-26T03:51:14.193" v="670" actId="14100"/>
        <pc:sldMkLst>
          <pc:docMk/>
          <pc:sldMk cId="174852265" sldId="258"/>
        </pc:sldMkLst>
        <pc:spChg chg="mod">
          <ac:chgData name="spoorthichelimela@gmail.com" userId="7ec40b3310d9e296" providerId="LiveId" clId="{394410AB-CB2D-445C-8047-6B7D22A63C4D}" dt="2026-06-25T14:18:04.623" v="88" actId="113"/>
          <ac:spMkLst>
            <pc:docMk/>
            <pc:sldMk cId="174852265" sldId="258"/>
            <ac:spMk id="2" creationId="{AD84D865-346F-4850-8F54-FC990140C319}"/>
          </ac:spMkLst>
        </pc:spChg>
        <pc:spChg chg="mod">
          <ac:chgData name="spoorthichelimela@gmail.com" userId="7ec40b3310d9e296" providerId="LiveId" clId="{394410AB-CB2D-445C-8047-6B7D22A63C4D}" dt="2026-06-26T03:51:03.038" v="668"/>
          <ac:spMkLst>
            <pc:docMk/>
            <pc:sldMk cId="174852265" sldId="258"/>
            <ac:spMk id="3" creationId="{8A05DB42-AAC1-DB07-F093-6A8AAB08E570}"/>
          </ac:spMkLst>
        </pc:spChg>
        <pc:graphicFrameChg chg="add del">
          <ac:chgData name="spoorthichelimela@gmail.com" userId="7ec40b3310d9e296" providerId="LiveId" clId="{394410AB-CB2D-445C-8047-6B7D22A63C4D}" dt="2026-06-26T03:42:48.474" v="600" actId="478"/>
          <ac:graphicFrameMkLst>
            <pc:docMk/>
            <pc:sldMk cId="174852265" sldId="258"/>
            <ac:graphicFrameMk id="4" creationId="{4D918297-4BAF-4AD0-8469-26D142FDE592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4" creationId="{E9515DC2-F8A6-2D53-AE53-03602553DBD4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9:53.246" v="656" actId="478"/>
          <ac:graphicFrameMkLst>
            <pc:docMk/>
            <pc:sldMk cId="174852265" sldId="258"/>
            <ac:graphicFrameMk id="5" creationId="{6127DA79-139B-2C0F-3149-451A7D146FE8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5" creationId="{789B78F9-9966-71F1-B3B0-FFC53C4A7247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7:55.999" v="639" actId="478"/>
          <ac:graphicFrameMkLst>
            <pc:docMk/>
            <pc:sldMk cId="174852265" sldId="258"/>
            <ac:graphicFrameMk id="6" creationId="{4FD3BB9F-F3B4-83DE-384D-F66D9C9AEE6D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6" creationId="{CF5FFA93-52B1-D1BB-0D78-E82F7059122D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7" creationId="{06D66ECC-4F45-C500-2A0A-D40DDE764C70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7:51.312" v="638" actId="478"/>
          <ac:graphicFrameMkLst>
            <pc:docMk/>
            <pc:sldMk cId="174852265" sldId="258"/>
            <ac:graphicFrameMk id="7" creationId="{1E291BF6-A1BC-BE3E-A9FD-8CB883983A84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7:47.961" v="637" actId="478"/>
          <ac:graphicFrameMkLst>
            <pc:docMk/>
            <pc:sldMk cId="174852265" sldId="258"/>
            <ac:graphicFrameMk id="8" creationId="{3ECA164A-D311-6351-A841-0062B5AE46AA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8" creationId="{50E8C17D-6CC6-DA7C-8273-0C449EBB5E3F}"/>
          </ac:graphicFrameMkLst>
        </pc:graphicFrameChg>
        <pc:graphicFrameChg chg="add mod">
          <ac:chgData name="spoorthichelimela@gmail.com" userId="7ec40b3310d9e296" providerId="LiveId" clId="{394410AB-CB2D-445C-8047-6B7D22A63C4D}" dt="2026-06-25T14:19:04.512" v="117"/>
          <ac:graphicFrameMkLst>
            <pc:docMk/>
            <pc:sldMk cId="174852265" sldId="258"/>
            <ac:graphicFrameMk id="9" creationId="{655D4B01-254C-32FD-E190-C29445B9297B}"/>
          </ac:graphicFrameMkLst>
        </pc:graphicFrameChg>
        <pc:graphicFrameChg chg="add mod modGraphic">
          <ac:chgData name="spoorthichelimela@gmail.com" userId="7ec40b3310d9e296" providerId="LiveId" clId="{394410AB-CB2D-445C-8047-6B7D22A63C4D}" dt="2026-06-26T03:46:06.321" v="627"/>
          <ac:graphicFrameMkLst>
            <pc:docMk/>
            <pc:sldMk cId="174852265" sldId="258"/>
            <ac:graphicFrameMk id="9" creationId="{6DC61394-F572-22A2-C63F-7A3A92E41DDA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7:43.525" v="636" actId="478"/>
          <ac:graphicFrameMkLst>
            <pc:docMk/>
            <pc:sldMk cId="174852265" sldId="258"/>
            <ac:graphicFrameMk id="10" creationId="{DE4B738C-3408-6C55-7F29-AE3D2A4AB7F4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48:55.421" v="645" actId="478"/>
          <ac:graphicFrameMkLst>
            <pc:docMk/>
            <pc:sldMk cId="174852265" sldId="258"/>
            <ac:graphicFrameMk id="13" creationId="{23D86CF8-5EE3-296A-1DD9-3C0ED498AC4E}"/>
          </ac:graphicFrameMkLst>
        </pc:graphicFrameChg>
        <pc:graphicFrameChg chg="add del mod modGraphic">
          <ac:chgData name="spoorthichelimela@gmail.com" userId="7ec40b3310d9e296" providerId="LiveId" clId="{394410AB-CB2D-445C-8047-6B7D22A63C4D}" dt="2026-06-26T03:50:59.823" v="667" actId="478"/>
          <ac:graphicFrameMkLst>
            <pc:docMk/>
            <pc:sldMk cId="174852265" sldId="258"/>
            <ac:graphicFrameMk id="14" creationId="{CEBEC739-1617-08D4-E100-CA300D7220F7}"/>
          </ac:graphicFrameMkLst>
        </pc:graphicFrameChg>
        <pc:picChg chg="add mod">
          <ac:chgData name="spoorthichelimela@gmail.com" userId="7ec40b3310d9e296" providerId="LiveId" clId="{394410AB-CB2D-445C-8047-6B7D22A63C4D}" dt="2026-06-26T03:51:14.193" v="670" actId="14100"/>
          <ac:picMkLst>
            <pc:docMk/>
            <pc:sldMk cId="174852265" sldId="258"/>
            <ac:picMk id="12" creationId="{6BA3DC3F-A59D-728A-4ECF-6BB51AA7916A}"/>
          </ac:picMkLst>
        </pc:picChg>
      </pc:sldChg>
      <pc:sldChg chg="addSp delSp modSp new mod setBg">
        <pc:chgData name="spoorthichelimela@gmail.com" userId="7ec40b3310d9e296" providerId="LiveId" clId="{394410AB-CB2D-445C-8047-6B7D22A63C4D}" dt="2026-06-26T03:33:16.960" v="460" actId="255"/>
        <pc:sldMkLst>
          <pc:docMk/>
          <pc:sldMk cId="574094270" sldId="259"/>
        </pc:sldMkLst>
        <pc:spChg chg="mod">
          <ac:chgData name="spoorthichelimela@gmail.com" userId="7ec40b3310d9e296" providerId="LiveId" clId="{394410AB-CB2D-445C-8047-6B7D22A63C4D}" dt="2026-06-25T14:29:32.815" v="205" actId="26606"/>
          <ac:spMkLst>
            <pc:docMk/>
            <pc:sldMk cId="574094270" sldId="259"/>
            <ac:spMk id="2" creationId="{0ACC8D94-D244-8318-67D2-E38F74C43F8F}"/>
          </ac:spMkLst>
        </pc:spChg>
        <pc:spChg chg="mod">
          <ac:chgData name="spoorthichelimela@gmail.com" userId="7ec40b3310d9e296" providerId="LiveId" clId="{394410AB-CB2D-445C-8047-6B7D22A63C4D}" dt="2026-06-26T03:33:16.960" v="460" actId="255"/>
          <ac:spMkLst>
            <pc:docMk/>
            <pc:sldMk cId="574094270" sldId="259"/>
            <ac:spMk id="3" creationId="{1CA01F78-76F6-FEC1-EA3E-67C81CC4B6D3}"/>
          </ac:spMkLst>
        </pc:spChg>
        <pc:spChg chg="add del">
          <ac:chgData name="spoorthichelimela@gmail.com" userId="7ec40b3310d9e296" providerId="LiveId" clId="{394410AB-CB2D-445C-8047-6B7D22A63C4D}" dt="2026-06-25T14:27:49.149" v="201" actId="26606"/>
          <ac:spMkLst>
            <pc:docMk/>
            <pc:sldMk cId="574094270" sldId="259"/>
            <ac:spMk id="10" creationId="{7FF47CB7-972F-479F-A36D-9E72D26EC8DA}"/>
          </ac:spMkLst>
        </pc:spChg>
        <pc:spChg chg="add del">
          <ac:chgData name="spoorthichelimela@gmail.com" userId="7ec40b3310d9e296" providerId="LiveId" clId="{394410AB-CB2D-445C-8047-6B7D22A63C4D}" dt="2026-06-25T14:27:49.149" v="201" actId="26606"/>
          <ac:spMkLst>
            <pc:docMk/>
            <pc:sldMk cId="574094270" sldId="259"/>
            <ac:spMk id="12" creationId="{0D153B68-5844-490D-8E67-F616D6D721CA}"/>
          </ac:spMkLst>
        </pc:spChg>
        <pc:spChg chg="add del">
          <ac:chgData name="spoorthichelimela@gmail.com" userId="7ec40b3310d9e296" providerId="LiveId" clId="{394410AB-CB2D-445C-8047-6B7D22A63C4D}" dt="2026-06-25T14:27:49.149" v="201" actId="26606"/>
          <ac:spMkLst>
            <pc:docMk/>
            <pc:sldMk cId="574094270" sldId="259"/>
            <ac:spMk id="14" creationId="{9A0D773F-7A7D-4DBB-9DEA-86BB8B8F4BC8}"/>
          </ac:spMkLst>
        </pc:spChg>
        <pc:spChg chg="add del">
          <ac:chgData name="spoorthichelimela@gmail.com" userId="7ec40b3310d9e296" providerId="LiveId" clId="{394410AB-CB2D-445C-8047-6B7D22A63C4D}" dt="2026-06-25T14:29:32.815" v="205" actId="26606"/>
          <ac:spMkLst>
            <pc:docMk/>
            <pc:sldMk cId="574094270" sldId="259"/>
            <ac:spMk id="16" creationId="{2B97F24A-32CE-4C1C-A50D-3016B394DCFB}"/>
          </ac:spMkLst>
        </pc:spChg>
        <pc:spChg chg="add del">
          <ac:chgData name="spoorthichelimela@gmail.com" userId="7ec40b3310d9e296" providerId="LiveId" clId="{394410AB-CB2D-445C-8047-6B7D22A63C4D}" dt="2026-06-25T14:29:32.815" v="205" actId="26606"/>
          <ac:spMkLst>
            <pc:docMk/>
            <pc:sldMk cId="574094270" sldId="259"/>
            <ac:spMk id="17" creationId="{CD8B4F24-440B-49E9-B85D-733523DC064B}"/>
          </ac:spMkLst>
        </pc:spChg>
        <pc:spChg chg="add">
          <ac:chgData name="spoorthichelimela@gmail.com" userId="7ec40b3310d9e296" providerId="LiveId" clId="{394410AB-CB2D-445C-8047-6B7D22A63C4D}" dt="2026-06-25T14:29:32.815" v="205" actId="26606"/>
          <ac:spMkLst>
            <pc:docMk/>
            <pc:sldMk cId="574094270" sldId="259"/>
            <ac:spMk id="22" creationId="{743AA782-23D1-4521-8CAD-47662984AA08}"/>
          </ac:spMkLst>
        </pc:spChg>
        <pc:spChg chg="add">
          <ac:chgData name="spoorthichelimela@gmail.com" userId="7ec40b3310d9e296" providerId="LiveId" clId="{394410AB-CB2D-445C-8047-6B7D22A63C4D}" dt="2026-06-25T14:29:32.815" v="205" actId="26606"/>
          <ac:spMkLst>
            <pc:docMk/>
            <pc:sldMk cId="574094270" sldId="259"/>
            <ac:spMk id="24" creationId="{71877DBC-BB60-40F0-AC93-2ACDBAAE60CE}"/>
          </ac:spMkLst>
        </pc:spChg>
        <pc:picChg chg="add del mod">
          <ac:chgData name="spoorthichelimela@gmail.com" userId="7ec40b3310d9e296" providerId="LiveId" clId="{394410AB-CB2D-445C-8047-6B7D22A63C4D}" dt="2026-06-25T14:28:25.413" v="203" actId="478"/>
          <ac:picMkLst>
            <pc:docMk/>
            <pc:sldMk cId="574094270" sldId="259"/>
            <ac:picMk id="5" creationId="{006729D9-ECFA-9AFF-7EC2-CCD358BFB314}"/>
          </ac:picMkLst>
        </pc:picChg>
        <pc:picChg chg="add mod">
          <ac:chgData name="spoorthichelimela@gmail.com" userId="7ec40b3310d9e296" providerId="LiveId" clId="{394410AB-CB2D-445C-8047-6B7D22A63C4D}" dt="2026-06-25T14:38:47.572" v="296" actId="14100"/>
          <ac:picMkLst>
            <pc:docMk/>
            <pc:sldMk cId="574094270" sldId="259"/>
            <ac:picMk id="7" creationId="{F9DD2E0B-9333-FE38-E17F-3AA8606D7685}"/>
          </ac:picMkLst>
        </pc:picChg>
      </pc:sldChg>
      <pc:sldChg chg="addSp delSp modSp new mod setBg">
        <pc:chgData name="spoorthichelimela@gmail.com" userId="7ec40b3310d9e296" providerId="LiveId" clId="{394410AB-CB2D-445C-8047-6B7D22A63C4D}" dt="2026-06-26T03:33:51.597" v="464" actId="2711"/>
        <pc:sldMkLst>
          <pc:docMk/>
          <pc:sldMk cId="307399611" sldId="260"/>
        </pc:sldMkLst>
        <pc:spChg chg="mod">
          <ac:chgData name="spoorthichelimela@gmail.com" userId="7ec40b3310d9e296" providerId="LiveId" clId="{394410AB-CB2D-445C-8047-6B7D22A63C4D}" dt="2026-06-25T14:32:21.113" v="235" actId="26606"/>
          <ac:spMkLst>
            <pc:docMk/>
            <pc:sldMk cId="307399611" sldId="260"/>
            <ac:spMk id="2" creationId="{31522C6C-CB88-D8F6-A9BB-1BB780537B8E}"/>
          </ac:spMkLst>
        </pc:spChg>
        <pc:spChg chg="mod">
          <ac:chgData name="spoorthichelimela@gmail.com" userId="7ec40b3310d9e296" providerId="LiveId" clId="{394410AB-CB2D-445C-8047-6B7D22A63C4D}" dt="2026-06-26T03:33:51.597" v="464" actId="2711"/>
          <ac:spMkLst>
            <pc:docMk/>
            <pc:sldMk cId="307399611" sldId="260"/>
            <ac:spMk id="3" creationId="{4959147A-9D22-DA4C-186F-9987888BC967}"/>
          </ac:spMkLst>
        </pc:spChg>
        <pc:spChg chg="add del">
          <ac:chgData name="spoorthichelimela@gmail.com" userId="7ec40b3310d9e296" providerId="LiveId" clId="{394410AB-CB2D-445C-8047-6B7D22A63C4D}" dt="2026-06-25T14:32:52.122" v="238" actId="26606"/>
          <ac:spMkLst>
            <pc:docMk/>
            <pc:sldMk cId="307399611" sldId="260"/>
            <ac:spMk id="10" creationId="{2B97F24A-32CE-4C1C-A50D-3016B394DCFB}"/>
          </ac:spMkLst>
        </pc:spChg>
        <pc:spChg chg="add del">
          <ac:chgData name="spoorthichelimela@gmail.com" userId="7ec40b3310d9e296" providerId="LiveId" clId="{394410AB-CB2D-445C-8047-6B7D22A63C4D}" dt="2026-06-25T14:32:52.122" v="238" actId="26606"/>
          <ac:spMkLst>
            <pc:docMk/>
            <pc:sldMk cId="307399611" sldId="260"/>
            <ac:spMk id="12" creationId="{CD8B4F24-440B-49E9-B85D-733523DC064B}"/>
          </ac:spMkLst>
        </pc:spChg>
        <pc:spChg chg="add">
          <ac:chgData name="spoorthichelimela@gmail.com" userId="7ec40b3310d9e296" providerId="LiveId" clId="{394410AB-CB2D-445C-8047-6B7D22A63C4D}" dt="2026-06-25T14:32:52.122" v="238" actId="26606"/>
          <ac:spMkLst>
            <pc:docMk/>
            <pc:sldMk cId="307399611" sldId="260"/>
            <ac:spMk id="17" creationId="{2B97F24A-32CE-4C1C-A50D-3016B394DCFB}"/>
          </ac:spMkLst>
        </pc:spChg>
        <pc:spChg chg="add">
          <ac:chgData name="spoorthichelimela@gmail.com" userId="7ec40b3310d9e296" providerId="LiveId" clId="{394410AB-CB2D-445C-8047-6B7D22A63C4D}" dt="2026-06-25T14:32:52.122" v="238" actId="26606"/>
          <ac:spMkLst>
            <pc:docMk/>
            <pc:sldMk cId="307399611" sldId="260"/>
            <ac:spMk id="19" creationId="{6357EC4F-235E-4222-A36F-C7878ACE37F2}"/>
          </ac:spMkLst>
        </pc:spChg>
        <pc:picChg chg="add mod">
          <ac:chgData name="spoorthichelimela@gmail.com" userId="7ec40b3310d9e296" providerId="LiveId" clId="{394410AB-CB2D-445C-8047-6B7D22A63C4D}" dt="2026-06-25T14:39:00.303" v="299" actId="14100"/>
          <ac:picMkLst>
            <pc:docMk/>
            <pc:sldMk cId="307399611" sldId="260"/>
            <ac:picMk id="5" creationId="{897B5791-9885-3F5F-BF1A-025F252AC565}"/>
          </ac:picMkLst>
        </pc:picChg>
      </pc:sldChg>
      <pc:sldChg chg="addSp delSp modSp new mod setBg">
        <pc:chgData name="spoorthichelimela@gmail.com" userId="7ec40b3310d9e296" providerId="LiveId" clId="{394410AB-CB2D-445C-8047-6B7D22A63C4D}" dt="2026-06-26T03:34:52" v="473" actId="14100"/>
        <pc:sldMkLst>
          <pc:docMk/>
          <pc:sldMk cId="3434290768" sldId="261"/>
        </pc:sldMkLst>
        <pc:spChg chg="mod">
          <ac:chgData name="spoorthichelimela@gmail.com" userId="7ec40b3310d9e296" providerId="LiveId" clId="{394410AB-CB2D-445C-8047-6B7D22A63C4D}" dt="2026-06-25T14:38:00.078" v="291" actId="26606"/>
          <ac:spMkLst>
            <pc:docMk/>
            <pc:sldMk cId="3434290768" sldId="261"/>
            <ac:spMk id="2" creationId="{6E6F6684-587F-6A2F-5242-E04EEAEABE96}"/>
          </ac:spMkLst>
        </pc:spChg>
        <pc:spChg chg="mod">
          <ac:chgData name="spoorthichelimela@gmail.com" userId="7ec40b3310d9e296" providerId="LiveId" clId="{394410AB-CB2D-445C-8047-6B7D22A63C4D}" dt="2026-06-26T03:34:43.587" v="471" actId="27636"/>
          <ac:spMkLst>
            <pc:docMk/>
            <pc:sldMk cId="3434290768" sldId="261"/>
            <ac:spMk id="3" creationId="{4E71A318-F725-02A8-2EC2-38F0AF10BD5E}"/>
          </ac:spMkLst>
        </pc:spChg>
        <pc:spChg chg="add del">
          <ac:chgData name="spoorthichelimela@gmail.com" userId="7ec40b3310d9e296" providerId="LiveId" clId="{394410AB-CB2D-445C-8047-6B7D22A63C4D}" dt="2026-06-25T14:36:06.383" v="272" actId="26606"/>
          <ac:spMkLst>
            <pc:docMk/>
            <pc:sldMk cId="3434290768" sldId="261"/>
            <ac:spMk id="12" creationId="{8F7AFB9A-7364-478C-B48B-8523CDD9AE8D}"/>
          </ac:spMkLst>
        </pc:spChg>
        <pc:spChg chg="add del">
          <ac:chgData name="spoorthichelimela@gmail.com" userId="7ec40b3310d9e296" providerId="LiveId" clId="{394410AB-CB2D-445C-8047-6B7D22A63C4D}" dt="2026-06-25T14:36:06.383" v="272" actId="26606"/>
          <ac:spMkLst>
            <pc:docMk/>
            <pc:sldMk cId="3434290768" sldId="261"/>
            <ac:spMk id="14" creationId="{36678033-86B6-40E6-BE90-78D8ED4E3A31}"/>
          </ac:spMkLst>
        </pc:spChg>
        <pc:spChg chg="add del">
          <ac:chgData name="spoorthichelimela@gmail.com" userId="7ec40b3310d9e296" providerId="LiveId" clId="{394410AB-CB2D-445C-8047-6B7D22A63C4D}" dt="2026-06-25T14:36:06.383" v="272" actId="26606"/>
          <ac:spMkLst>
            <pc:docMk/>
            <pc:sldMk cId="3434290768" sldId="261"/>
            <ac:spMk id="16" creationId="{D2542E1A-076E-4A34-BB67-2BF961754E0C}"/>
          </ac:spMkLst>
        </pc:spChg>
        <pc:spChg chg="add del">
          <ac:chgData name="spoorthichelimela@gmail.com" userId="7ec40b3310d9e296" providerId="LiveId" clId="{394410AB-CB2D-445C-8047-6B7D22A63C4D}" dt="2026-06-25T14:36:06.383" v="272" actId="26606"/>
          <ac:spMkLst>
            <pc:docMk/>
            <pc:sldMk cId="3434290768" sldId="261"/>
            <ac:spMk id="18" creationId="{75C56826-D4E5-42ED-8529-079651CB3005}"/>
          </ac:spMkLst>
        </pc:spChg>
        <pc:spChg chg="add del">
          <ac:chgData name="spoorthichelimela@gmail.com" userId="7ec40b3310d9e296" providerId="LiveId" clId="{394410AB-CB2D-445C-8047-6B7D22A63C4D}" dt="2026-06-25T14:36:06.383" v="272" actId="26606"/>
          <ac:spMkLst>
            <pc:docMk/>
            <pc:sldMk cId="3434290768" sldId="261"/>
            <ac:spMk id="20" creationId="{82095FCE-EF05-4443-B97A-85DEE3A5CA17}"/>
          </ac:spMkLst>
        </pc:spChg>
        <pc:spChg chg="add del">
          <ac:chgData name="spoorthichelimela@gmail.com" userId="7ec40b3310d9e296" providerId="LiveId" clId="{394410AB-CB2D-445C-8047-6B7D22A63C4D}" dt="2026-06-25T14:36:17.114" v="274" actId="26606"/>
          <ac:spMkLst>
            <pc:docMk/>
            <pc:sldMk cId="3434290768" sldId="261"/>
            <ac:spMk id="22" creationId="{19C9EAEA-39D0-4B0E-A0EB-51E7B26740B1}"/>
          </ac:spMkLst>
        </pc:spChg>
        <pc:spChg chg="add del">
          <ac:chgData name="spoorthichelimela@gmail.com" userId="7ec40b3310d9e296" providerId="LiveId" clId="{394410AB-CB2D-445C-8047-6B7D22A63C4D}" dt="2026-06-25T14:36:17.114" v="274" actId="26606"/>
          <ac:spMkLst>
            <pc:docMk/>
            <pc:sldMk cId="3434290768" sldId="261"/>
            <ac:spMk id="23" creationId="{AAAE94E3-A7DB-4868-B1E3-E49703488BBC}"/>
          </ac:spMkLst>
        </pc:spChg>
        <pc:spChg chg="add del">
          <ac:chgData name="spoorthichelimela@gmail.com" userId="7ec40b3310d9e296" providerId="LiveId" clId="{394410AB-CB2D-445C-8047-6B7D22A63C4D}" dt="2026-06-25T14:36:17.114" v="274" actId="26606"/>
          <ac:spMkLst>
            <pc:docMk/>
            <pc:sldMk cId="3434290768" sldId="261"/>
            <ac:spMk id="24" creationId="{8CB5D2D7-DF65-4E86-BFBA-FFB9B5ACEB64}"/>
          </ac:spMkLst>
        </pc:spChg>
        <pc:spChg chg="add del">
          <ac:chgData name="spoorthichelimela@gmail.com" userId="7ec40b3310d9e296" providerId="LiveId" clId="{394410AB-CB2D-445C-8047-6B7D22A63C4D}" dt="2026-06-25T14:36:17.114" v="274" actId="26606"/>
          <ac:spMkLst>
            <pc:docMk/>
            <pc:sldMk cId="3434290768" sldId="261"/>
            <ac:spMk id="27" creationId="{3873B707-463F-40B0-8227-E8CC6C67EB25}"/>
          </ac:spMkLst>
        </pc:spChg>
        <pc:spChg chg="add del">
          <ac:chgData name="spoorthichelimela@gmail.com" userId="7ec40b3310d9e296" providerId="LiveId" clId="{394410AB-CB2D-445C-8047-6B7D22A63C4D}" dt="2026-06-25T14:36:17.114" v="274" actId="26606"/>
          <ac:spMkLst>
            <pc:docMk/>
            <pc:sldMk cId="3434290768" sldId="261"/>
            <ac:spMk id="28" creationId="{C13237C8-E62C-4F0D-A318-BD6FB6C2D138}"/>
          </ac:spMkLst>
        </pc:spChg>
        <pc:spChg chg="add del">
          <ac:chgData name="spoorthichelimela@gmail.com" userId="7ec40b3310d9e296" providerId="LiveId" clId="{394410AB-CB2D-445C-8047-6B7D22A63C4D}" dt="2026-06-25T14:36:22.088" v="276" actId="26606"/>
          <ac:spMkLst>
            <pc:docMk/>
            <pc:sldMk cId="3434290768" sldId="261"/>
            <ac:spMk id="30" creationId="{8761DDFE-071F-4200-B0AA-394476C2D2D6}"/>
          </ac:spMkLst>
        </pc:spChg>
        <pc:spChg chg="add del">
          <ac:chgData name="spoorthichelimela@gmail.com" userId="7ec40b3310d9e296" providerId="LiveId" clId="{394410AB-CB2D-445C-8047-6B7D22A63C4D}" dt="2026-06-25T14:36:23.716" v="278" actId="26606"/>
          <ac:spMkLst>
            <pc:docMk/>
            <pc:sldMk cId="3434290768" sldId="261"/>
            <ac:spMk id="32" creationId="{352BEC0E-22F8-46D0-9632-375DB541B06C}"/>
          </ac:spMkLst>
        </pc:spChg>
        <pc:spChg chg="add del">
          <ac:chgData name="spoorthichelimela@gmail.com" userId="7ec40b3310d9e296" providerId="LiveId" clId="{394410AB-CB2D-445C-8047-6B7D22A63C4D}" dt="2026-06-25T14:36:23.716" v="278" actId="26606"/>
          <ac:spMkLst>
            <pc:docMk/>
            <pc:sldMk cId="3434290768" sldId="261"/>
            <ac:spMk id="33" creationId="{3FCFB1DE-0B7E-48CC-BA90-B2AB0889F9D6}"/>
          </ac:spMkLst>
        </pc:spChg>
        <pc:spChg chg="add del">
          <ac:chgData name="spoorthichelimela@gmail.com" userId="7ec40b3310d9e296" providerId="LiveId" clId="{394410AB-CB2D-445C-8047-6B7D22A63C4D}" dt="2026-06-25T14:38:00.087" v="292" actId="26606"/>
          <ac:spMkLst>
            <pc:docMk/>
            <pc:sldMk cId="3434290768" sldId="261"/>
            <ac:spMk id="35" creationId="{69D47016-023F-44BD-981C-50E7A10A6609}"/>
          </ac:spMkLst>
        </pc:spChg>
        <pc:spChg chg="add del">
          <ac:chgData name="spoorthichelimela@gmail.com" userId="7ec40b3310d9e296" providerId="LiveId" clId="{394410AB-CB2D-445C-8047-6B7D22A63C4D}" dt="2026-06-25T14:38:00.087" v="292" actId="26606"/>
          <ac:spMkLst>
            <pc:docMk/>
            <pc:sldMk cId="3434290768" sldId="261"/>
            <ac:spMk id="36" creationId="{6D8B37B0-0682-433E-BC8D-498C04ABD9A7}"/>
          </ac:spMkLst>
        </pc:spChg>
        <pc:spChg chg="add del">
          <ac:chgData name="spoorthichelimela@gmail.com" userId="7ec40b3310d9e296" providerId="LiveId" clId="{394410AB-CB2D-445C-8047-6B7D22A63C4D}" dt="2026-06-25T14:37:40.404" v="283" actId="26606"/>
          <ac:spMkLst>
            <pc:docMk/>
            <pc:sldMk cId="3434290768" sldId="261"/>
            <ac:spMk id="41" creationId="{69D47016-023F-44BD-981C-50E7A10A6609}"/>
          </ac:spMkLst>
        </pc:spChg>
        <pc:spChg chg="add del">
          <ac:chgData name="spoorthichelimela@gmail.com" userId="7ec40b3310d9e296" providerId="LiveId" clId="{394410AB-CB2D-445C-8047-6B7D22A63C4D}" dt="2026-06-25T14:37:40.404" v="283" actId="26606"/>
          <ac:spMkLst>
            <pc:docMk/>
            <pc:sldMk cId="3434290768" sldId="261"/>
            <ac:spMk id="43" creationId="{6D8B37B0-0682-433E-BC8D-498C04ABD9A7}"/>
          </ac:spMkLst>
        </pc:spChg>
        <pc:spChg chg="add del">
          <ac:chgData name="spoorthichelimela@gmail.com" userId="7ec40b3310d9e296" providerId="LiveId" clId="{394410AB-CB2D-445C-8047-6B7D22A63C4D}" dt="2026-06-25T14:37:45.687" v="285" actId="26606"/>
          <ac:spMkLst>
            <pc:docMk/>
            <pc:sldMk cId="3434290768" sldId="261"/>
            <ac:spMk id="45" creationId="{A9682493-588A-4D52-98F6-FBBD80C07ECB}"/>
          </ac:spMkLst>
        </pc:spChg>
        <pc:spChg chg="add del">
          <ac:chgData name="spoorthichelimela@gmail.com" userId="7ec40b3310d9e296" providerId="LiveId" clId="{394410AB-CB2D-445C-8047-6B7D22A63C4D}" dt="2026-06-25T14:37:45.687" v="285" actId="26606"/>
          <ac:spMkLst>
            <pc:docMk/>
            <pc:sldMk cId="3434290768" sldId="261"/>
            <ac:spMk id="46" creationId="{115719BB-48A7-4AF4-BB91-DC82E0DF727D}"/>
          </ac:spMkLst>
        </pc:spChg>
        <pc:spChg chg="add del">
          <ac:chgData name="spoorthichelimela@gmail.com" userId="7ec40b3310d9e296" providerId="LiveId" clId="{394410AB-CB2D-445C-8047-6B7D22A63C4D}" dt="2026-06-25T14:37:45.687" v="285" actId="26606"/>
          <ac:spMkLst>
            <pc:docMk/>
            <pc:sldMk cId="3434290768" sldId="261"/>
            <ac:spMk id="47" creationId="{FBEC5A7A-ADE4-48D9-B89C-2BA1C9110632}"/>
          </ac:spMkLst>
        </pc:spChg>
        <pc:spChg chg="add del">
          <ac:chgData name="spoorthichelimela@gmail.com" userId="7ec40b3310d9e296" providerId="LiveId" clId="{394410AB-CB2D-445C-8047-6B7D22A63C4D}" dt="2026-06-25T14:37:45.687" v="285" actId="26606"/>
          <ac:spMkLst>
            <pc:docMk/>
            <pc:sldMk cId="3434290768" sldId="261"/>
            <ac:spMk id="48" creationId="{10973A55-5440-4A99-B526-B5812E46271E}"/>
          </ac:spMkLst>
        </pc:spChg>
        <pc:spChg chg="add del">
          <ac:chgData name="spoorthichelimela@gmail.com" userId="7ec40b3310d9e296" providerId="LiveId" clId="{394410AB-CB2D-445C-8047-6B7D22A63C4D}" dt="2026-06-25T14:37:45.687" v="285" actId="26606"/>
          <ac:spMkLst>
            <pc:docMk/>
            <pc:sldMk cId="3434290768" sldId="261"/>
            <ac:spMk id="49" creationId="{82095FCE-EF05-4443-B97A-85DEE3A5CA17}"/>
          </ac:spMkLst>
        </pc:spChg>
        <pc:spChg chg="add del">
          <ac:chgData name="spoorthichelimela@gmail.com" userId="7ec40b3310d9e296" providerId="LiveId" clId="{394410AB-CB2D-445C-8047-6B7D22A63C4D}" dt="2026-06-25T14:37:55.257" v="287" actId="26606"/>
          <ac:spMkLst>
            <pc:docMk/>
            <pc:sldMk cId="3434290768" sldId="261"/>
            <ac:spMk id="51" creationId="{69D47016-023F-44BD-981C-50E7A10A6609}"/>
          </ac:spMkLst>
        </pc:spChg>
        <pc:spChg chg="add del">
          <ac:chgData name="spoorthichelimela@gmail.com" userId="7ec40b3310d9e296" providerId="LiveId" clId="{394410AB-CB2D-445C-8047-6B7D22A63C4D}" dt="2026-06-25T14:37:55.257" v="287" actId="26606"/>
          <ac:spMkLst>
            <pc:docMk/>
            <pc:sldMk cId="3434290768" sldId="261"/>
            <ac:spMk id="52" creationId="{6D8B37B0-0682-433E-BC8D-498C04ABD9A7}"/>
          </ac:spMkLst>
        </pc:spChg>
        <pc:spChg chg="add del">
          <ac:chgData name="spoorthichelimela@gmail.com" userId="7ec40b3310d9e296" providerId="LiveId" clId="{394410AB-CB2D-445C-8047-6B7D22A63C4D}" dt="2026-06-25T14:37:58.137" v="289" actId="26606"/>
          <ac:spMkLst>
            <pc:docMk/>
            <pc:sldMk cId="3434290768" sldId="261"/>
            <ac:spMk id="54" creationId="{8761DDFE-071F-4200-B0AA-394476C2D2D6}"/>
          </ac:spMkLst>
        </pc:spChg>
        <pc:spChg chg="add del">
          <ac:chgData name="spoorthichelimela@gmail.com" userId="7ec40b3310d9e296" providerId="LiveId" clId="{394410AB-CB2D-445C-8047-6B7D22A63C4D}" dt="2026-06-25T14:38:00.078" v="291" actId="26606"/>
          <ac:spMkLst>
            <pc:docMk/>
            <pc:sldMk cId="3434290768" sldId="261"/>
            <ac:spMk id="56" creationId="{385E1BDC-A9B0-4A87-82E3-F3187F69A802}"/>
          </ac:spMkLst>
        </pc:spChg>
        <pc:spChg chg="add del">
          <ac:chgData name="spoorthichelimela@gmail.com" userId="7ec40b3310d9e296" providerId="LiveId" clId="{394410AB-CB2D-445C-8047-6B7D22A63C4D}" dt="2026-06-25T14:38:00.078" v="291" actId="26606"/>
          <ac:spMkLst>
            <pc:docMk/>
            <pc:sldMk cId="3434290768" sldId="261"/>
            <ac:spMk id="57" creationId="{0990C621-3B8B-4820-8328-D47EF7CE823C}"/>
          </ac:spMkLst>
        </pc:spChg>
        <pc:spChg chg="add del">
          <ac:chgData name="spoorthichelimela@gmail.com" userId="7ec40b3310d9e296" providerId="LiveId" clId="{394410AB-CB2D-445C-8047-6B7D22A63C4D}" dt="2026-06-25T14:38:00.078" v="291" actId="26606"/>
          <ac:spMkLst>
            <pc:docMk/>
            <pc:sldMk cId="3434290768" sldId="261"/>
            <ac:spMk id="58" creationId="{C1A2385B-1D2A-4E17-84FA-6CB7F0AAE473}"/>
          </ac:spMkLst>
        </pc:spChg>
        <pc:spChg chg="add del">
          <ac:chgData name="spoorthichelimela@gmail.com" userId="7ec40b3310d9e296" providerId="LiveId" clId="{394410AB-CB2D-445C-8047-6B7D22A63C4D}" dt="2026-06-25T14:38:00.078" v="291" actId="26606"/>
          <ac:spMkLst>
            <pc:docMk/>
            <pc:sldMk cId="3434290768" sldId="261"/>
            <ac:spMk id="59" creationId="{5E791F2F-79DB-4CC0-9FA1-001E3E91E8B7}"/>
          </ac:spMkLst>
        </pc:spChg>
        <pc:spChg chg="add del">
          <ac:chgData name="spoorthichelimela@gmail.com" userId="7ec40b3310d9e296" providerId="LiveId" clId="{394410AB-CB2D-445C-8047-6B7D22A63C4D}" dt="2026-06-25T14:39:20.280" v="303" actId="26606"/>
          <ac:spMkLst>
            <pc:docMk/>
            <pc:sldMk cId="3434290768" sldId="261"/>
            <ac:spMk id="61" creationId="{69D47016-023F-44BD-981C-50E7A10A6609}"/>
          </ac:spMkLst>
        </pc:spChg>
        <pc:spChg chg="add del">
          <ac:chgData name="spoorthichelimela@gmail.com" userId="7ec40b3310d9e296" providerId="LiveId" clId="{394410AB-CB2D-445C-8047-6B7D22A63C4D}" dt="2026-06-25T14:39:20.280" v="303" actId="26606"/>
          <ac:spMkLst>
            <pc:docMk/>
            <pc:sldMk cId="3434290768" sldId="261"/>
            <ac:spMk id="62" creationId="{6D8B37B0-0682-433E-BC8D-498C04ABD9A7}"/>
          </ac:spMkLst>
        </pc:spChg>
        <pc:spChg chg="add">
          <ac:chgData name="spoorthichelimela@gmail.com" userId="7ec40b3310d9e296" providerId="LiveId" clId="{394410AB-CB2D-445C-8047-6B7D22A63C4D}" dt="2026-06-25T14:39:20.280" v="303" actId="26606"/>
          <ac:spMkLst>
            <pc:docMk/>
            <pc:sldMk cId="3434290768" sldId="261"/>
            <ac:spMk id="67" creationId="{69D47016-023F-44BD-981C-50E7A10A6609}"/>
          </ac:spMkLst>
        </pc:spChg>
        <pc:spChg chg="add">
          <ac:chgData name="spoorthichelimela@gmail.com" userId="7ec40b3310d9e296" providerId="LiveId" clId="{394410AB-CB2D-445C-8047-6B7D22A63C4D}" dt="2026-06-25T14:39:20.280" v="303" actId="26606"/>
          <ac:spMkLst>
            <pc:docMk/>
            <pc:sldMk cId="3434290768" sldId="261"/>
            <ac:spMk id="69" creationId="{6D8B37B0-0682-433E-BC8D-498C04ABD9A7}"/>
          </ac:spMkLst>
        </pc:spChg>
        <pc:grpChg chg="add del">
          <ac:chgData name="spoorthichelimela@gmail.com" userId="7ec40b3310d9e296" providerId="LiveId" clId="{394410AB-CB2D-445C-8047-6B7D22A63C4D}" dt="2026-06-25T14:36:17.114" v="274" actId="26606"/>
          <ac:grpSpMkLst>
            <pc:docMk/>
            <pc:sldMk cId="3434290768" sldId="261"/>
            <ac:grpSpMk id="25" creationId="{1DE889C7-FAD6-4397-98E2-05D503484459}"/>
          </ac:grpSpMkLst>
        </pc:grpChg>
        <pc:picChg chg="add mod ord">
          <ac:chgData name="spoorthichelimela@gmail.com" userId="7ec40b3310d9e296" providerId="LiveId" clId="{394410AB-CB2D-445C-8047-6B7D22A63C4D}" dt="2026-06-26T03:34:52" v="473" actId="14100"/>
          <ac:picMkLst>
            <pc:docMk/>
            <pc:sldMk cId="3434290768" sldId="261"/>
            <ac:picMk id="5" creationId="{91D0820A-DE04-0BCA-CEA0-3202E13D704E}"/>
          </ac:picMkLst>
        </pc:picChg>
        <pc:picChg chg="add del mod">
          <ac:chgData name="spoorthichelimela@gmail.com" userId="7ec40b3310d9e296" providerId="LiveId" clId="{394410AB-CB2D-445C-8047-6B7D22A63C4D}" dt="2026-06-25T14:37:19.087" v="280" actId="478"/>
          <ac:picMkLst>
            <pc:docMk/>
            <pc:sldMk cId="3434290768" sldId="261"/>
            <ac:picMk id="7" creationId="{9B108414-4612-58A8-51AC-F18B415D7C0B}"/>
          </ac:picMkLst>
        </pc:picChg>
        <pc:picChg chg="add mod">
          <ac:chgData name="spoorthichelimela@gmail.com" userId="7ec40b3310d9e296" providerId="LiveId" clId="{394410AB-CB2D-445C-8047-6B7D22A63C4D}" dt="2026-06-26T03:34:48.207" v="472" actId="14100"/>
          <ac:picMkLst>
            <pc:docMk/>
            <pc:sldMk cId="3434290768" sldId="261"/>
            <ac:picMk id="9" creationId="{41B952A4-F957-AF7E-0652-06A5D16D8B92}"/>
          </ac:picMkLst>
        </pc:picChg>
      </pc:sldChg>
      <pc:sldChg chg="modSp new mod">
        <pc:chgData name="spoorthichelimela@gmail.com" userId="7ec40b3310d9e296" providerId="LiveId" clId="{394410AB-CB2D-445C-8047-6B7D22A63C4D}" dt="2026-06-26T03:35:10.819" v="474" actId="255"/>
        <pc:sldMkLst>
          <pc:docMk/>
          <pc:sldMk cId="3317212854" sldId="262"/>
        </pc:sldMkLst>
        <pc:spChg chg="mod">
          <ac:chgData name="spoorthichelimela@gmail.com" userId="7ec40b3310d9e296" providerId="LiveId" clId="{394410AB-CB2D-445C-8047-6B7D22A63C4D}" dt="2026-06-25T14:42:13.468" v="335" actId="14100"/>
          <ac:spMkLst>
            <pc:docMk/>
            <pc:sldMk cId="3317212854" sldId="262"/>
            <ac:spMk id="2" creationId="{D45F6175-71D4-DE06-3334-752E601D1259}"/>
          </ac:spMkLst>
        </pc:spChg>
        <pc:spChg chg="mod">
          <ac:chgData name="spoorthichelimela@gmail.com" userId="7ec40b3310d9e296" providerId="LiveId" clId="{394410AB-CB2D-445C-8047-6B7D22A63C4D}" dt="2026-06-26T03:35:10.819" v="474" actId="255"/>
          <ac:spMkLst>
            <pc:docMk/>
            <pc:sldMk cId="3317212854" sldId="262"/>
            <ac:spMk id="3" creationId="{79DAE8A4-FAF6-DEA6-10F3-7974A9072900}"/>
          </ac:spMkLst>
        </pc:spChg>
      </pc:sldChg>
      <pc:sldChg chg="modSp new mod">
        <pc:chgData name="spoorthichelimela@gmail.com" userId="7ec40b3310d9e296" providerId="LiveId" clId="{394410AB-CB2D-445C-8047-6B7D22A63C4D}" dt="2026-06-26T03:35:46.346" v="475" actId="2711"/>
        <pc:sldMkLst>
          <pc:docMk/>
          <pc:sldMk cId="3702140638" sldId="263"/>
        </pc:sldMkLst>
        <pc:spChg chg="mod">
          <ac:chgData name="spoorthichelimela@gmail.com" userId="7ec40b3310d9e296" providerId="LiveId" clId="{394410AB-CB2D-445C-8047-6B7D22A63C4D}" dt="2026-06-25T14:42:50.469" v="362" actId="113"/>
          <ac:spMkLst>
            <pc:docMk/>
            <pc:sldMk cId="3702140638" sldId="263"/>
            <ac:spMk id="2" creationId="{96ABDD29-A684-C9D6-5F45-ED40AB2EE0B5}"/>
          </ac:spMkLst>
        </pc:spChg>
        <pc:spChg chg="mod">
          <ac:chgData name="spoorthichelimela@gmail.com" userId="7ec40b3310d9e296" providerId="LiveId" clId="{394410AB-CB2D-445C-8047-6B7D22A63C4D}" dt="2026-06-26T03:35:46.346" v="475" actId="2711"/>
          <ac:spMkLst>
            <pc:docMk/>
            <pc:sldMk cId="3702140638" sldId="263"/>
            <ac:spMk id="3" creationId="{F3C6EC4A-F1F0-1431-4017-2B29BFEE9F81}"/>
          </ac:spMkLst>
        </pc:spChg>
      </pc:sldChg>
      <pc:sldChg chg="modSp new mod">
        <pc:chgData name="spoorthichelimela@gmail.com" userId="7ec40b3310d9e296" providerId="LiveId" clId="{394410AB-CB2D-445C-8047-6B7D22A63C4D}" dt="2026-06-26T03:35:59.779" v="476" actId="20577"/>
        <pc:sldMkLst>
          <pc:docMk/>
          <pc:sldMk cId="3001148477" sldId="264"/>
        </pc:sldMkLst>
        <pc:spChg chg="mod">
          <ac:chgData name="spoorthichelimela@gmail.com" userId="7ec40b3310d9e296" providerId="LiveId" clId="{394410AB-CB2D-445C-8047-6B7D22A63C4D}" dt="2026-06-25T14:45:52.357" v="405" actId="14100"/>
          <ac:spMkLst>
            <pc:docMk/>
            <pc:sldMk cId="3001148477" sldId="264"/>
            <ac:spMk id="2" creationId="{D29B490D-E7AA-135F-CB31-779223FFC705}"/>
          </ac:spMkLst>
        </pc:spChg>
        <pc:spChg chg="mod">
          <ac:chgData name="spoorthichelimela@gmail.com" userId="7ec40b3310d9e296" providerId="LiveId" clId="{394410AB-CB2D-445C-8047-6B7D22A63C4D}" dt="2026-06-26T03:35:59.779" v="476" actId="20577"/>
          <ac:spMkLst>
            <pc:docMk/>
            <pc:sldMk cId="3001148477" sldId="264"/>
            <ac:spMk id="3" creationId="{F1456067-0C15-2048-F4D3-A1362B3DE4C6}"/>
          </ac:spMkLst>
        </pc:spChg>
      </pc:sldChg>
      <pc:sldChg chg="modSp new mod">
        <pc:chgData name="spoorthichelimela@gmail.com" userId="7ec40b3310d9e296" providerId="LiveId" clId="{394410AB-CB2D-445C-8047-6B7D22A63C4D}" dt="2026-06-26T03:55:15.561" v="674" actId="27636"/>
        <pc:sldMkLst>
          <pc:docMk/>
          <pc:sldMk cId="62067719" sldId="265"/>
        </pc:sldMkLst>
        <pc:spChg chg="mod">
          <ac:chgData name="spoorthichelimela@gmail.com" userId="7ec40b3310d9e296" providerId="LiveId" clId="{394410AB-CB2D-445C-8047-6B7D22A63C4D}" dt="2026-06-25T14:47:16.112" v="419" actId="2711"/>
          <ac:spMkLst>
            <pc:docMk/>
            <pc:sldMk cId="62067719" sldId="265"/>
            <ac:spMk id="2" creationId="{D4C44BC8-1437-EBA6-226F-607A9BEF19C7}"/>
          </ac:spMkLst>
        </pc:spChg>
        <pc:spChg chg="mod">
          <ac:chgData name="spoorthichelimela@gmail.com" userId="7ec40b3310d9e296" providerId="LiveId" clId="{394410AB-CB2D-445C-8047-6B7D22A63C4D}" dt="2026-06-26T03:55:15.561" v="674" actId="27636"/>
          <ac:spMkLst>
            <pc:docMk/>
            <pc:sldMk cId="62067719" sldId="265"/>
            <ac:spMk id="3" creationId="{FCFE3E6A-D1B0-E017-2010-28120F04C6F2}"/>
          </ac:spMkLst>
        </pc:spChg>
      </pc:sldChg>
      <pc:sldChg chg="delSp modSp new mod">
        <pc:chgData name="spoorthichelimela@gmail.com" userId="7ec40b3310d9e296" providerId="LiveId" clId="{394410AB-CB2D-445C-8047-6B7D22A63C4D}" dt="2026-06-26T03:37:58.315" v="501" actId="2711"/>
        <pc:sldMkLst>
          <pc:docMk/>
          <pc:sldMk cId="1621340709" sldId="266"/>
        </pc:sldMkLst>
        <pc:spChg chg="mod">
          <ac:chgData name="spoorthichelimela@gmail.com" userId="7ec40b3310d9e296" providerId="LiveId" clId="{394410AB-CB2D-445C-8047-6B7D22A63C4D}" dt="2026-06-26T03:37:58.315" v="501" actId="2711"/>
          <ac:spMkLst>
            <pc:docMk/>
            <pc:sldMk cId="1621340709" sldId="266"/>
            <ac:spMk id="2" creationId="{5EBB32E0-767A-82A2-7E3A-6ECB781E1F57}"/>
          </ac:spMkLst>
        </pc:spChg>
        <pc:spChg chg="del mod">
          <ac:chgData name="spoorthichelimela@gmail.com" userId="7ec40b3310d9e296" providerId="LiveId" clId="{394410AB-CB2D-445C-8047-6B7D22A63C4D}" dt="2026-06-26T03:37:25.257" v="497" actId="478"/>
          <ac:spMkLst>
            <pc:docMk/>
            <pc:sldMk cId="1621340709" sldId="266"/>
            <ac:spMk id="3" creationId="{1F001F79-C364-1B1D-FC62-BA2BFA94BD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F8FB-9C9C-C311-74EB-D437065E9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5A5AB-DC30-617F-FAE4-3B1F9C8BB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B0A92-8385-E3F2-C93B-D0F495A0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6103E-54EB-FB64-C4DF-82504B289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CC2CD-2E64-FF25-C64E-6C9A24B7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1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C5D8-E3A1-BDD1-BB3D-D1BC3F3C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AD8C-8D64-7EB4-0954-9D2F2319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98574-A0D9-2D6B-21C7-564B0F6B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00D99-91CF-FAAE-99DF-755C90F6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ACCBC-9114-CEC2-B4CB-90CECBBE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83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EA52-1C83-EBDB-CB89-499A511A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2D9FC-BF64-DDE0-EA14-13CBCE3AC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07872-A4D3-386B-08B5-F3158E7D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B77D-A8CA-62EE-C970-E407C83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19EBF-E30D-F4D9-D250-4C37D83E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4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0874-597C-4912-84AB-DD6BD603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1A86-25AB-7E4F-3093-0147007FC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90106-5562-8333-0985-7B8EFF1E6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F822-6DBE-C00E-02B2-3155A159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96E9-5312-775C-2F56-65C55CD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5C1F5-2C20-07A9-F7FB-D172F27E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8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11BF-961A-0FBF-9D69-815FEFC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FACF8-DC63-FF14-733D-93A476E89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39A69-0A3B-35C3-C50B-948B05C1A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3E51B-1635-3225-782C-490FB89A4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FE8EE-6C84-DABA-5F12-2BD000E41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B378A-82A7-BE7D-C4BA-81F43D9F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5DF10-69AC-09AE-145B-FA4FE8248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A21EE-6F25-4492-3C19-A22205F3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53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B1A8-F487-DAA1-F965-BC8707AF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6BE0E-65F0-EE6B-C748-51BD0D47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BBA9E-3780-641E-D7F3-E6CB9908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A0016-06D5-94AF-2EEC-3A9F0AD3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5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63255-6B1C-FFB4-EE3E-922EFAA2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43A46-9BC0-C6BF-66E7-8E7538BD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F5D3-9285-20E6-0D92-2A8E1B4F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83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A96D-320C-3E9E-5BB3-8050A6B8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C2DBA-EB0C-C84C-B4D4-A1EEB3E5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2F391-1C45-47C2-B61F-AA505F33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B15D9-CAA8-73DB-6D60-8EF1C735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CD0D2-F56C-D246-CBC2-F3EAD357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F9D48-A1C8-A71C-6C18-76480999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2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804D-7003-0355-2978-0AA6FEB2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BCD8D-C708-6283-5981-BB406AC0C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4F2E-BA51-7013-BE08-3E6729A5D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9684-8832-FCE1-95A3-FFF20A97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42A36-9C12-AC44-B91F-C711A324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1159F-CE65-0082-B580-D6CC2819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07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7A47-DE5C-D9F8-F4AD-5CEDBC39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8E730-E0FA-006F-DC56-C26962CDB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F5E1-EEEA-DAF4-F4AE-C530D84D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5FAF-F09B-792B-F5B6-A3B9D360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2E53-16B3-DFE7-B1E5-650BA063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6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2B1B3-6B9F-1C4E-38E3-8D1939244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0EF3B-048F-B37A-2933-78C5E5B1A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D9948-6F65-72B2-4BD8-A047BF3E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8B3A3-AA68-77D0-149B-C9514C49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EB484-28A2-28F7-0E20-F00A6847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5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899C2-D586-85DF-F6F0-A944545B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AA603-0E22-CD11-D967-AC90A332D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93F87-F7D6-0201-FFAD-71127A4F6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6BF8F-5527-4786-8324-F06C3806DCD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F30B-447F-C72B-9A49-69D287A5A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6C71B-3610-B206-46C3-E71281811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6A59-A9EF-4049-B02E-07A3D4282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94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CE8D-64BD-E250-68CC-53D52B19F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95" y="512763"/>
            <a:ext cx="11598442" cy="2662989"/>
          </a:xfrm>
        </p:spPr>
        <p:txBody>
          <a:bodyPr>
            <a:normAutofit fontScale="90000"/>
          </a:bodyPr>
          <a:lstStyle/>
          <a:p>
            <a:r>
              <a:rPr lang="en-IN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Data Analysis &amp; Statistical Validation</a:t>
            </a:r>
            <a:br>
              <a:rPr lang="en-IN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300" dirty="0"/>
            </a:br>
            <a:r>
              <a:rPr lang="en-IN" sz="4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C05B7-95B5-3627-237A-7ADD4273A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2247"/>
            <a:ext cx="9256295" cy="266298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Chelimela Spoorthi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Data Storytelling &amp; Statistical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137907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3C9B-3CE4-830E-2EB7-39318393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262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4437-3493-8ACF-FE00-FCC8C0E9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779" y="1540042"/>
            <a:ext cx="10042358" cy="49528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IPL data from 2008–2016.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important trends and patterns.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findings using statistical observations.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insights through storytelling.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D865-346F-4850-8F54-FC990140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DB42-AAC1-DB07-F093-6A8AAB08E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			Value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				577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Seasons			9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 Covered		2008-2016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				Multiple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				Multiple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A3DC3F-A59D-728A-4ECF-6BB51AA7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219" y="2244174"/>
            <a:ext cx="4045637" cy="22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C8D94-D244-8318-67D2-E38F74C4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Top Winning Teams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01F78-76F6-FEC1-EA3E-67C81CC4B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 achieved the highest wins.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Super Kings closely followed.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teams dominate IPL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DD2E0B-9333-FE38-E17F-3AA8606D7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3" y="1475299"/>
            <a:ext cx="6356989" cy="386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9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22C6C-CB88-D8F6-A9BB-1BB78053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/>
              <a:t>Top Players Analysis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9147A-9D22-DA4C-186F-9987888BC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 Gayle won the most awards.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player performance impacts team success. </a:t>
            </a:r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B5791-9885-3F5F-BF1A-025F252AC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26" y="1505444"/>
            <a:ext cx="7146790" cy="387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F6684-587F-6A2F-5242-E04EEAEA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City &amp; Season Analysis</a:t>
            </a: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1A318-F725-02A8-2EC2-38F0AF10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199"/>
            <a:ext cx="6007608" cy="223575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hosted the maximum matches.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expanded significantly between 2011–2013.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cities played an important role.</a:t>
            </a:r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0820A-DE04-0BCA-CEA0-3202E13D7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692956"/>
            <a:ext cx="5468112" cy="3493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952A4-F957-AF7E-0652-06A5D16D8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39453"/>
            <a:ext cx="5468112" cy="308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9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6175-71D4-DE06-3334-752E601D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AE8A4-FAF6-DEA6-10F3-7974A9072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IPL evolved into a highly competitive tournament between 2008 and 2016. Teams such as Mumbai Indians established long-term dominance, while players like Chris Gayle delivered exceptional performances. Major metropolitan cities became the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IPL activities, contributing significantly to the league's growth.</a:t>
            </a:r>
          </a:p>
        </p:txBody>
      </p:sp>
    </p:spTree>
    <p:extLst>
      <p:ext uri="{BB962C8B-B14F-4D97-AF65-F5344CB8AC3E}">
        <p14:creationId xmlns:p14="http://schemas.microsoft.com/office/powerpoint/2010/main" val="331721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DD29-A684-C9D6-5F45-ED40AB2E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EC4A-F1F0-1431-4017-2B29BFEE9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 No team performs significantly better.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 Some teams perform significantly better.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 recorded 80 wins.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teams had substantially fewer wins.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suggests that certain teams consistently outperform others.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14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490D-E7AA-135F-CB31-779223FF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2761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56067-0C15-2048-F4D3-A1362B3DE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7137"/>
            <a:ext cx="10515600" cy="42198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Mumbai Indians are the most successful team.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Chris Gayle received the highest Player of the Match awards.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Mumbai hosted the most IPL matches.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IPL experienced major growth from 2011–2013.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14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4BC8-1437-EBA6-226F-607A9BEF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3E6A-D1B0-E017-2010-28120F04C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EDA analysis. 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dashboards. 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deep-dive analysis. 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data storytelling skills. 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business insights.</a:t>
            </a:r>
          </a:p>
          <a:p>
            <a:pPr marL="0" indent="0">
              <a:buNone/>
            </a:pPr>
            <a:r>
              <a:rPr lang="en-IN" dirty="0"/>
              <a:t>				</a:t>
            </a:r>
          </a:p>
          <a:p>
            <a:pPr marL="0" indent="0">
              <a:buNone/>
            </a:pPr>
            <a:r>
              <a:rPr lang="en-IN" dirty="0"/>
              <a:t>				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67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32E0-767A-82A2-7E3A-6ECB781E1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4"/>
            <a:ext cx="9144000" cy="2635045"/>
          </a:xfrm>
        </p:spPr>
        <p:txBody>
          <a:bodyPr>
            <a:normAutofit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4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329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IPL Data Analysis &amp; Statistical Validation  ApexPlanet Data Analytics Internship</vt:lpstr>
      <vt:lpstr>Project Overview</vt:lpstr>
      <vt:lpstr>Dataset Overview</vt:lpstr>
      <vt:lpstr>Top Winning Teams</vt:lpstr>
      <vt:lpstr>Top Players Analysis</vt:lpstr>
      <vt:lpstr>City &amp; Season Analysis</vt:lpstr>
      <vt:lpstr>Business Story </vt:lpstr>
      <vt:lpstr>Statistical Validation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spoorthichelimela@gmail.com</dc:creator>
  <cp:lastModifiedBy>spoorthichelimela@gmail.com</cp:lastModifiedBy>
  <cp:revision>1</cp:revision>
  <dcterms:created xsi:type="dcterms:W3CDTF">2026-06-25T14:13:11Z</dcterms:created>
  <dcterms:modified xsi:type="dcterms:W3CDTF">2026-06-26T03:55:26Z</dcterms:modified>
</cp:coreProperties>
</file>